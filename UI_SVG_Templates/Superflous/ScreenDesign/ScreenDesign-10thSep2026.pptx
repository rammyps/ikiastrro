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36CC-CBE2-31CC-F579-D95988A4D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12DA49-8843-674D-6867-7708CB8C7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B9F8E-08CB-B1BB-C10A-F831823A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DAEDF-A6B9-A3C6-A353-83776643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B354-4C9D-FD06-DDB6-5BEF7253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110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8294-CE27-81E9-E95C-AAD32080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06517-B58F-24A6-4D89-A092419B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FF1CD-4CFD-0F75-1C88-CCD0B37EE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EED20-745F-D708-63CA-F2A47165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FBFEB-B0D0-7AAE-BC83-49908220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088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B4AE-D8AC-DA09-8369-0A50DEFD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1FCE7-F819-3E40-4134-21F084D8E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0B4DF-26D9-0668-88C7-E82CB7BB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41659-4749-27C0-BC7F-80FFC789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44BBD-8B24-712D-C67E-B163C125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9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1270-82F3-5F18-A5CC-6242D727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729D7-5610-C9DB-4E8B-98908B170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A954B-A3BC-3E52-0F7E-32607E6AF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207A2-A577-A9E6-C9D9-7566F645E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FFCE8-AAD1-DF85-0D3A-73CEE2A8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61AE0-7F34-DDDE-DBCA-5F055E7B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89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3C63-1C92-A795-9A73-F8A25948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351D7-E8B5-50B3-AC7C-9781947DA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E8E1-D1BA-B529-465D-101F1D548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BC608D-6F0D-9333-DF51-3E288785D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77695-96A7-C6DC-68C0-E28A364E8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0D4E1-5E10-7E28-3731-58FA88692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3CEC75-FD3C-CC4F-FF9E-A05B1BB8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A3386-6B45-1FDE-A241-11DF8D37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44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4F14-19D8-6BE3-2F7F-DE3FECBA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6112E-1B01-2AC7-5484-5779EFA8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6E24C-40A7-D8E6-D31D-DF44349D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E7692-3139-5B3C-3355-A7AE0546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1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52F26-CBE7-F5CF-E8AA-246F7B03B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573DC-8E0D-024E-03CA-BCE9785C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FC8B-D9CC-4616-16A5-DE66547C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64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139C-BEC9-DAF3-4C18-FCE253D9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306E4-AF07-F9B8-1977-DC1DB5414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C3BBE-B316-5A94-718F-0BFB56986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490DF-4DA7-1336-5439-9403A1B7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9FB34-36F2-D916-0404-16142366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8250C-9D32-BCF7-6505-E79A95BD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4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F231-206A-81FF-9476-35EB1C6C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7C280-E5D4-BE6A-CE05-1B1E3A49A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593BA-F4F1-D107-72C4-DE9533036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53816-18DB-B746-63DE-8D7540CF7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0750C-5287-B3F6-6F48-455E9031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37C93-9D6A-4F13-D45B-0B931F87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4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9611A-5590-80E2-2FE5-604BCFF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11F14-3108-3B18-9D56-F50C79D16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AA44-D285-E0A0-C779-D919F338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CDAA-10C8-636E-F145-6082A24B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E38D-4FDC-F445-F3F3-8C7FD80F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48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B4663-9DCA-7E25-27FE-392BA6BC4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1739-05C7-3648-2EB9-C6A6C4B6D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9479C-D6E3-31E7-0532-37243355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01F2B-A218-22AA-B98A-A4C671D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77EF7-F283-A061-C1FD-7FA04A1A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1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8B24C-83CB-4887-F5AB-A53BC76E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A006B-F8C7-1CFD-CE43-0EB8D28F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19071-6C53-0488-F04C-BB4DF48FB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A10B9-CB67-495F-99FA-39363B6618B4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08683-67C3-8235-9676-45DACD330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C3AC-0C1E-AF68-C45B-1CC22F52D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D62BA-A728-4CA1-885D-7144FBDCD9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9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1B6932-F039-687D-47F1-01FD7C06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182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0AC33D-E512-CA43-A0ED-439996B34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244"/>
            <a:ext cx="11977634" cy="7869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9F5754-E4C9-322A-1A0D-997FA47A4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66" y="3210211"/>
            <a:ext cx="11977634" cy="7970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CC3D30-EA39-1914-9E15-651B5DD06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4156"/>
            <a:ext cx="11977634" cy="786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A7F22-BB36-3FE7-5FB3-D19E6FCFC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4758"/>
            <a:ext cx="3360711" cy="5486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40F378-8C66-A73B-4024-C6472EA98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725" y="499244"/>
            <a:ext cx="2712955" cy="4572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4A0906-4BC2-43B3-26F2-7363976AF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725" y="962520"/>
            <a:ext cx="4191363" cy="24386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A4033B3-5213-6155-3537-FDFA7B1AF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088" y="590692"/>
            <a:ext cx="3162574" cy="2438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A3D09B-001A-44B7-71D2-CED3AD5235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139" y="887171"/>
            <a:ext cx="2758679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0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B601F8-D875-2BF3-1A01-CF364E8C5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2"/>
            <a:ext cx="12192000" cy="8740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A1222-8C9A-B410-2DC3-BE00021F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4" y="55677"/>
            <a:ext cx="694836" cy="31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8464-EC87-0A15-627A-7415B45A1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900"/>
            <a:ext cx="12192000" cy="591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2DAFB8-2BAB-FE4B-A638-BC8E7401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28" y="1078210"/>
            <a:ext cx="4880263" cy="470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37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7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2366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Ramakrishnan Parthasarathy</dc:creator>
  <cp:lastModifiedBy>Ramakrishnan Parthasarathy</cp:lastModifiedBy>
  <cp:revision>2</cp:revision>
  <dcterms:created xsi:type="dcterms:W3CDTF">2026-09-09T16:39:33Z</dcterms:created>
  <dcterms:modified xsi:type="dcterms:W3CDTF">2026-09-11T08:06:05Z</dcterms:modified>
</cp:coreProperties>
</file>