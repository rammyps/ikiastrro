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F4E8-CB18-F58D-9176-CA2C51E0F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9DEC7-ACAA-E867-B7EF-B6F7FFC55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1FBA6-BD46-461F-5A46-64003B8F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62847-6F09-A81D-7A1D-542BE6F1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D286D-8C52-7EC0-39C7-9E3B1069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16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5850-BC8A-C4BE-61D8-A8AAE133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4AB70-CA74-B089-2A8F-F961B392A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DDC2-F5AC-AAFE-DADD-84EFF5DC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F998-237B-A164-C664-96F1EEA7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4BB1E-A439-EB2C-2847-E4C9EB5E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75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3A17-A6A7-0071-6553-32063744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6C2D7-1561-0C53-556F-EE8C0EA2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0641A-B3E2-8A92-D88E-870B6307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AE87-3A0A-FC08-A8BC-4652E1D2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82767-4141-5337-4994-9B6405AA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5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0E7C-466D-293D-190B-A5B1AF88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048F-DE37-6860-AFD2-D17C82671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C7D59-0766-BC59-638B-C34F9C621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D4560-6464-AF0A-875B-0E0F70E6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B6967-C881-671B-EAE8-25D9E5F3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8316-A1CC-4BF0-5DE0-388C4D8D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E11D-4E05-CF52-044B-98C3A701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C1C90-6E79-944B-4C87-A8C55F2DD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7104-EFB2-2483-2BE4-1E4AF6456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87E4B-6ED1-97C4-5303-C46DF0969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4DCFF-5132-A1F7-A3A7-B486C461D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EF73C-3117-1ACA-EC5E-EA64FD56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90FB1-9DB1-DFE1-E910-3E37E2F5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7F74B-3000-2E42-DF4F-E5C46867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33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230F-E9DD-8513-560C-F243170B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2EFBC-339F-4042-F6F6-3D692994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A55D3-34C6-839A-BA25-552552BC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50237-766D-9EBA-CAA6-F48F1520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08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A249A-7D8A-432B-EEC1-5490FC6F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CEF4C-E396-3833-C6C4-C528BAE6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5CCD8-2870-AF1C-5165-1CA1FF47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09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078A-4A98-92BF-A49F-D6541F6E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276E1-0B85-7BE3-8C3B-A482F393A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B71BD-D44A-968A-EFC9-0F1E4ED01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EF39A-92B0-0801-0C77-F35B251F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7E8E2-F562-BAE1-EB42-80A222520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4D817-DCD8-CC40-35FD-8C847754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2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F011-22B8-5DDD-1D48-92488041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308CE-4F6D-16AD-C883-D4A61A539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6AB97-8A08-4047-8AFF-492319750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9E6BD-5C91-C7D4-BE2B-B0808054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29AE6-9789-5C05-9CEB-48952228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A5DF6-FAEB-0CF4-1F0D-797DCB23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56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370E-DE18-87C7-DFE5-8DA9DD3D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092B0-5773-B47C-443D-81A1B3771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3C35A-737E-4ECF-D6E1-686241C46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6D580-6C3A-2FCF-6229-F16BCB69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37387-B5B3-5E46-545C-F9DAF5EF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2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44EF3C-2FB1-B574-B799-66D6DC5D3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DAF88-6CBA-5F2C-F83A-C3F64D0AE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729E6-F782-6098-E6CE-173E17D6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EF50A-C773-D346-CBBD-F7C4D6DE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7759-DA6D-3423-E578-67E5F6A0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9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D238D-7DB9-E434-23E4-0010406C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9FEA4-AA1B-7607-D314-B48EE61D7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3212A-D5CF-97DB-B0BD-A2F8E0164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2EA39-F855-499B-B2C7-9EC6BBFD5B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E4B0D-B740-565C-E0CC-7B43A06C4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65E3C-0F34-D765-09AE-A474D3A88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4FEEB-6288-4DCA-B822-BE0B34AF6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5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B494-643D-89DD-2EDD-D9ED1C1C2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Redesign-v2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BF0C0-1E5B-9F53-E981-EE926611E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67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C98025-163B-7E38-742F-AB9984485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85" y="0"/>
            <a:ext cx="7494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FF735-4185-1C41-BE2D-F6CDCD327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332" y="0"/>
            <a:ext cx="4559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8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A53BD0-28AA-0C3F-8F90-FA5D0A95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445" y="0"/>
            <a:ext cx="70151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3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8C0C52-FD99-73AB-C884-AFF919DF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886" y="0"/>
            <a:ext cx="5780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6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6BD7-7C74-61FF-2571-1E2209D9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0C419-CB42-0F20-940F-E00F9762C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387" y="0"/>
            <a:ext cx="5695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0C74-656E-4743-6CEA-DC53F33E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9E2EFB-8BE0-765A-2755-30E58C6FC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616" y="0"/>
            <a:ext cx="5782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5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5179-3AA2-978D-6DE6-12621797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F0386C-D24B-5DE5-DF1A-38113E0E1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06" y="0"/>
            <a:ext cx="8957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0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02CB-A730-63DC-6900-588771CD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15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C1F41-EC7F-B623-2A9E-FF1C521C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96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Redesign-v2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Ramakrishnan Parthasarathy</dc:creator>
  <cp:lastModifiedBy>Ramakrishnan Parthasarathy</cp:lastModifiedBy>
  <cp:revision>1</cp:revision>
  <dcterms:created xsi:type="dcterms:W3CDTF">2026-09-11T08:05:39Z</dcterms:created>
  <dcterms:modified xsi:type="dcterms:W3CDTF">2026-09-11T08:08:22Z</dcterms:modified>
</cp:coreProperties>
</file>